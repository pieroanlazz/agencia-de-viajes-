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14/10/2025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191796026"/>
              </p:ext>
            </p:extLst>
          </p:nvPr>
        </p:nvGraphicFramePr>
        <p:xfrm>
          <a:off x="498835" y="2118339"/>
          <a:ext cx="11232490" cy="2342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Piero Antonio Lazo Ancajima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 err="1"/>
                        <a:t>Jhon</a:t>
                      </a:r>
                      <a:r>
                        <a:rPr lang="es-PE" sz="1600" dirty="0"/>
                        <a:t> Alexander Bruno Rosas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923201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29030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Agencia de viaje 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/>
                        <a:t>https://www.figma.com/es-la/comunidad/file/1323645036412828053/travel-agency-landing-page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135</Words>
  <Application>Microsoft Office PowerPoint</Application>
  <PresentationFormat>Panorámica</PresentationFormat>
  <Paragraphs>20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Piero Lazo</cp:lastModifiedBy>
  <cp:revision>18</cp:revision>
  <dcterms:created xsi:type="dcterms:W3CDTF">2022-09-09T21:19:54Z</dcterms:created>
  <dcterms:modified xsi:type="dcterms:W3CDTF">2025-10-15T01:56:22Z</dcterms:modified>
</cp:coreProperties>
</file>