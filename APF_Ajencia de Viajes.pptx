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4" r:id="rId10"/>
    <p:sldId id="266" r:id="rId11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C9C29A-5C95-42F7-A482-8E7CA95C6BA7}" v="14" dt="2025-12-02T03:52:13.098"/>
    <p1510:client id="{CD812A52-78BF-4781-A5E2-E7E569093FFE}" v="4" dt="2025-12-02T02:46:05.5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F766E-CD89-3CF5-465F-D57C609B3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E07A5C-CDD9-6A4D-63F5-7ED7555EF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52801A-FFB8-3B4E-7260-77D8B3465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2079A-BD87-1DB5-E05A-8092EA53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AD1082-E65D-0318-E0CF-A833280D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35007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29317-3366-717F-BA0C-76421B20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36606D-DB44-75EF-4F9A-B84DC12EF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6D9F8F-E76A-8F1E-C460-D0475E1A6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5CA404-C2D9-EA19-0AD0-B1ACBF8D1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295459-A203-7717-76B2-C57891C6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90637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243D7-F413-76FC-AD6D-CCE6B7D9C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B818FE-AA97-83C2-2A1A-47067912F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0B472D-D9F5-06F0-E097-A67659DA4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4F8B55-C1BA-399A-8BB8-A0BFF610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B66D55-0D60-37EC-C6C9-0FE741548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04098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0620B3-F0AB-F1FA-BE44-E338ACFE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0B3DEE-6A25-A2F6-EB39-7BF1BBC64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136D11-88DA-5195-AC39-F8680ADC1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93584B-96AC-8204-4EEE-47E2AD64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1/12/2025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486D50-BDEE-08CA-D597-444BA8294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4C9A05-F103-1E77-A809-B94C8731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505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C3DAA-F5F9-4ABD-CA63-AFFD728E6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3F1C9D-3F7C-812B-3527-7746A19DB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56DF36-5287-5B08-86DD-3D44A2B4B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6B44436-689A-9A6B-7922-66BDAA2CA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EF7115-963B-B564-671F-72E69679B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ED49AB-08FD-782A-51F6-523DE67C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1/12/2025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61B916-6CAA-C969-925F-829DD62A2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464DF3C-44A1-6656-C359-5F1EF231F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36573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76B52-CF41-4B0D-B7A1-7D1A33552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E1CF749-7A96-0690-80F5-83E11BC5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1/12/2025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A5C612-6FF6-27CC-DFFA-A65F6DD11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8BBBA5-A014-36A8-AC67-7CC863701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02653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AE7F100-CEC6-F4DD-6A0A-9C817B34C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1/12/2025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8A7E4E-A7E8-1245-9A0F-76D1410C3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988B6A-BEBC-E036-E4BE-5883031E4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6378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C4C15-E095-FFE6-A05C-230476230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2EF6C0-3A97-DE35-811D-B82A4CA35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EDF345-CEB0-D51B-33BA-DA2511B84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D2DA6B-D46D-351F-27B7-B3AC81CCD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1/12/2025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4CC241-3BB0-2C7B-6454-B390354CA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F66ED0-E8BE-555C-0408-49940B2F4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1241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2879-E414-ECB5-8CD4-C7C06701C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ECFA52-9FA3-06B1-82AA-CBAC18FC0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241E92-CFAF-6307-020D-AEC209E30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B00FD2-B285-3451-2A85-42A7087F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1/12/2025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11C44A-21FB-56CB-203D-AD7733EAF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32DE41-195D-24EA-238D-BA527FB4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37153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1C3F0-EEEA-6DD1-C810-A19A6AEA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7EE6CD-5C3C-D910-D134-8D20DA103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B84918-EC95-D593-E10A-74D25AB72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912FBE-A0E0-E6EE-1906-62E3BD1DC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305071-55B7-E5E8-C6B9-4F7067F1F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054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FD8FED-D1AF-7914-6F58-3C1D496CB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83FAEA-BE00-FC92-9116-64237E4E5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8EC221-0508-5153-8B6C-EF1A64BE2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D735E8-78C5-FF7D-677F-739F9D0F1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0976F4-B7F3-184D-CE2D-920A22FB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1230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5E97CF-0FE9-4961-5F55-FC2571A4E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81535B-F805-A748-673E-8F9E3E96E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C91CE4-472C-EEF9-1046-4EE127D5A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95141-521D-4C20-98E1-37B4FE814EAD}" type="datetimeFigureOut">
              <a:rPr lang="es-PE" smtClean="0"/>
              <a:t>1/12/2025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5692AE-4F08-E6C3-5851-1CBEC30AE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8EDA9A-42AD-7903-CDCA-A1D8075E4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8299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692e50c1c2aea287bf6a0a65--roaring-kitten-9206e4.netlify.app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692e50c1c2aea287bf6a0a65--roaring-kitten-9206e4.netlify.app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9C5FAAD9-24B9-4589-7E07-599CD86E9A5C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191796026"/>
              </p:ext>
            </p:extLst>
          </p:nvPr>
        </p:nvGraphicFramePr>
        <p:xfrm>
          <a:off x="498835" y="2118339"/>
          <a:ext cx="11232490" cy="2342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533">
                  <a:extLst>
                    <a:ext uri="{9D8B030D-6E8A-4147-A177-3AD203B41FA5}">
                      <a16:colId xmlns:a16="http://schemas.microsoft.com/office/drawing/2014/main" val="3529894340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1499861417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4187647733"/>
                    </a:ext>
                  </a:extLst>
                </a:gridCol>
                <a:gridCol w="5065349">
                  <a:extLst>
                    <a:ext uri="{9D8B030D-6E8A-4147-A177-3AD203B41FA5}">
                      <a16:colId xmlns:a16="http://schemas.microsoft.com/office/drawing/2014/main" val="249921584"/>
                    </a:ext>
                  </a:extLst>
                </a:gridCol>
              </a:tblGrid>
              <a:tr h="404540">
                <a:tc gridSpan="4">
                  <a:txBody>
                    <a:bodyPr/>
                    <a:lstStyle/>
                    <a:p>
                      <a:pPr lvl="1" algn="ctr"/>
                      <a:r>
                        <a:rPr lang="es-PE" sz="1600" dirty="0"/>
                        <a:t>INTEGRANTES Y PARTICIPACIÓN EN EL PROYECTO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42344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lvl="0" algn="l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INTEGRANTES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bg1"/>
                          </a:solidFill>
                        </a:rPr>
                        <a:t>Coordinador</a:t>
                      </a:r>
                      <a:endParaRPr lang="es-PE" sz="1600" dirty="0">
                        <a:solidFill>
                          <a:schemeClr val="bg1"/>
                        </a:solidFill>
                      </a:endParaRP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% Cumplimiento según lo ofrecido (0%, 25%, 50%, 75%, 100%)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OBSERVACIÓN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531505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lvl="0"/>
                      <a:r>
                        <a:rPr lang="es-PE" sz="1600" dirty="0"/>
                        <a:t>Piero Antonio Lazo Ancajima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2652640281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lvl="0"/>
                      <a:r>
                        <a:rPr lang="es-PE" sz="1600" dirty="0" err="1"/>
                        <a:t>Jhon</a:t>
                      </a:r>
                      <a:r>
                        <a:rPr lang="es-PE" sz="1600" dirty="0"/>
                        <a:t> Alexander Bruno Rosas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2106793615"/>
                  </a:ext>
                </a:extLst>
              </a:tr>
            </a:tbl>
          </a:graphicData>
        </a:graphic>
      </p:graphicFrame>
      <p:graphicFrame>
        <p:nvGraphicFramePr>
          <p:cNvPr id="3" name="Tabla 4">
            <a:extLst>
              <a:ext uri="{FF2B5EF4-FFF2-40B4-BE49-F238E27FC236}">
                <a16:creationId xmlns:a16="http://schemas.microsoft.com/office/drawing/2014/main" id="{0B85FC3D-90D6-44F3-838D-7966DDE35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149159"/>
              </p:ext>
            </p:extLst>
          </p:nvPr>
        </p:nvGraphicFramePr>
        <p:xfrm>
          <a:off x="498835" y="134997"/>
          <a:ext cx="11232490" cy="218220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678371">
                  <a:extLst>
                    <a:ext uri="{9D8B030D-6E8A-4147-A177-3AD203B41FA5}">
                      <a16:colId xmlns:a16="http://schemas.microsoft.com/office/drawing/2014/main" val="433686987"/>
                    </a:ext>
                  </a:extLst>
                </a:gridCol>
                <a:gridCol w="7554119">
                  <a:extLst>
                    <a:ext uri="{9D8B030D-6E8A-4147-A177-3AD203B41FA5}">
                      <a16:colId xmlns:a16="http://schemas.microsoft.com/office/drawing/2014/main" val="1085442628"/>
                    </a:ext>
                  </a:extLst>
                </a:gridCol>
              </a:tblGrid>
              <a:tr h="296237">
                <a:tc gridSpan="2"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C00000"/>
                          </a:solidFill>
                        </a:rPr>
                        <a:t>DATOS DEL PROYECTO (LO COMPLETAN TODOS, ASÍ SE HAGA EL TRABAJO EN FORMA INDIVIDUAL).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286737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Número de clases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29030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055978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Tema propuesto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Agencia de viaje 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87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URL de </a:t>
                      </a:r>
                      <a:r>
                        <a:rPr lang="es-ES" sz="1800" dirty="0" err="1"/>
                        <a:t>Netlify</a:t>
                      </a:r>
                      <a:r>
                        <a:rPr lang="es-ES" sz="1800" dirty="0"/>
                        <a:t>: </a:t>
                      </a:r>
                    </a:p>
                    <a:p>
                      <a:endParaRPr lang="es-E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>
                          <a:solidFill>
                            <a:schemeClr val="tx2"/>
                          </a:solidFill>
                          <a:hlinkClick r:id="rId2"/>
                        </a:rPr>
                        <a:t>https://692e50c1c2aea287bf6a0a65--roaring-kitten-9206e4.netlify.app/</a:t>
                      </a:r>
                    </a:p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873570"/>
                  </a:ext>
                </a:extLst>
              </a:tr>
              <a:tr h="444849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752937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07F0F2C9-69A5-4950-BA3E-5E97D6DE31B8}"/>
              </a:ext>
            </a:extLst>
          </p:cNvPr>
          <p:cNvSpPr txBox="1"/>
          <p:nvPr/>
        </p:nvSpPr>
        <p:spPr>
          <a:xfrm>
            <a:off x="374904" y="6177390"/>
            <a:ext cx="113564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C00000"/>
                </a:solidFill>
              </a:rPr>
              <a:t>DATOS DE EJEMPLO – REEMPLAZARLOS CON LA INFORMACIÓN DEL GRUPO Y SUS INTEGRANTES</a:t>
            </a:r>
          </a:p>
        </p:txBody>
      </p:sp>
    </p:spTree>
    <p:extLst>
      <p:ext uri="{BB962C8B-B14F-4D97-AF65-F5344CB8AC3E}">
        <p14:creationId xmlns:p14="http://schemas.microsoft.com/office/powerpoint/2010/main" val="4206088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D1337E5-2757-110E-B6EC-B37F02374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s-ES" sz="3300" b="1" dirty="0">
                <a:solidFill>
                  <a:schemeClr val="tx2"/>
                </a:solidFill>
              </a:rPr>
              <a:t>INFORME DE INCIDENCIAS (Opcional): </a:t>
            </a:r>
            <a:br>
              <a:rPr lang="es-ES" sz="3300" dirty="0">
                <a:solidFill>
                  <a:schemeClr val="tx2"/>
                </a:solidFill>
              </a:rPr>
            </a:br>
            <a:r>
              <a:rPr lang="es-ES" sz="3300" dirty="0">
                <a:solidFill>
                  <a:schemeClr val="tx2"/>
                </a:solidFill>
              </a:rPr>
              <a:t>En la siguiente caja de texto informe sobre cualquier incidencia ocurrida en el desarrollo de la actividad ATF.</a:t>
            </a:r>
            <a:endParaRPr lang="es-PE" sz="3300" dirty="0">
              <a:solidFill>
                <a:schemeClr val="tx2"/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A289F2F-9E68-1178-FE98-5CE638EBC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PE" sz="1800" dirty="0">
                <a:solidFill>
                  <a:schemeClr val="tx2"/>
                </a:solidFill>
              </a:rPr>
              <a:t>Pagina del proyecto en </a:t>
            </a:r>
            <a:r>
              <a:rPr lang="es-ES" sz="1800" dirty="0" err="1"/>
              <a:t>Netlify</a:t>
            </a:r>
            <a:r>
              <a:rPr lang="es-ES" sz="1800" dirty="0"/>
              <a:t>: </a:t>
            </a:r>
          </a:p>
          <a:p>
            <a:pPr marL="0" indent="0">
              <a:buNone/>
            </a:pPr>
            <a:r>
              <a:rPr lang="es-PE" sz="1800" dirty="0">
                <a:solidFill>
                  <a:schemeClr val="tx2"/>
                </a:solidFill>
                <a:hlinkClick r:id="rId2"/>
              </a:rPr>
              <a:t>https://692e50c1c2aea287bf6a0a65--roaring-kitten-9206e4.netlify.app/</a:t>
            </a:r>
          </a:p>
          <a:p>
            <a:pPr marL="0" indent="0">
              <a:buNone/>
            </a:pPr>
            <a:endParaRPr lang="es-PE" sz="1800" dirty="0">
              <a:solidFill>
                <a:schemeClr val="tx2"/>
              </a:solidFill>
              <a:hlinkClick r:id="rId2"/>
            </a:endParaRPr>
          </a:p>
          <a:p>
            <a:pPr marL="0" indent="0">
              <a:buNone/>
            </a:pPr>
            <a:endParaRPr lang="es-PE" sz="1800" dirty="0">
              <a:solidFill>
                <a:schemeClr val="tx2"/>
              </a:solidFill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4077838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796CC396-BCAF-7915-337A-2E7D0F22F9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942" y="435113"/>
            <a:ext cx="9904116" cy="5701773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9FC5A1E-6860-1A0C-5239-C8F5E6E868BD}"/>
              </a:ext>
            </a:extLst>
          </p:cNvPr>
          <p:cNvSpPr/>
          <p:nvPr/>
        </p:nvSpPr>
        <p:spPr>
          <a:xfrm>
            <a:off x="7604080" y="4039901"/>
            <a:ext cx="4455886" cy="9722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BC88794-1D07-A087-BE1F-223EA107A04F}"/>
              </a:ext>
            </a:extLst>
          </p:cNvPr>
          <p:cNvSpPr txBox="1"/>
          <p:nvPr/>
        </p:nvSpPr>
        <p:spPr>
          <a:xfrm>
            <a:off x="8005962" y="4296228"/>
            <a:ext cx="457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200" b="1" dirty="0">
                <a:solidFill>
                  <a:schemeClr val="bg1">
                    <a:lumMod val="95000"/>
                  </a:schemeClr>
                </a:solidFill>
              </a:rPr>
              <a:t>Pagina principal</a:t>
            </a:r>
            <a:endParaRPr lang="es-ES" sz="3200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521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7C1C6964-E760-E12D-3DBF-5D92F20B1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331" y="467562"/>
            <a:ext cx="9904116" cy="5571065"/>
          </a:xfrm>
          <a:prstGeom prst="rect">
            <a:avLst/>
          </a:prstGeom>
          <a:ln>
            <a:noFill/>
          </a:ln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B131CA6-487E-3D22-F8D2-58613D571E90}"/>
              </a:ext>
            </a:extLst>
          </p:cNvPr>
          <p:cNvSpPr/>
          <p:nvPr/>
        </p:nvSpPr>
        <p:spPr>
          <a:xfrm>
            <a:off x="7410734" y="4551950"/>
            <a:ext cx="2320120" cy="5932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55D8EFA-3484-0200-0BCF-B09730837A15}"/>
              </a:ext>
            </a:extLst>
          </p:cNvPr>
          <p:cNvSpPr txBox="1"/>
          <p:nvPr/>
        </p:nvSpPr>
        <p:spPr>
          <a:xfrm>
            <a:off x="7622274" y="4599296"/>
            <a:ext cx="2668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Botón </a:t>
            </a:r>
            <a:r>
              <a:rPr lang="es-PE" b="1" dirty="0"/>
              <a:t>para</a:t>
            </a:r>
            <a:r>
              <a:rPr lang="es-PE" dirty="0"/>
              <a:t> ir arriba </a:t>
            </a:r>
            <a:endParaRPr lang="es-ES" dirty="0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69AC47C3-1746-A4FF-1248-8016E96BE6FC}"/>
              </a:ext>
            </a:extLst>
          </p:cNvPr>
          <p:cNvCxnSpPr/>
          <p:nvPr/>
        </p:nvCxnSpPr>
        <p:spPr>
          <a:xfrm>
            <a:off x="9225887" y="5145206"/>
            <a:ext cx="1201003" cy="23201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378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A6557ABA-EBCD-3C6B-7C61-607462F84D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596" y="434824"/>
            <a:ext cx="8501063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C4AD270-05A1-2F3D-C182-E9A0ED68CC7C}"/>
              </a:ext>
            </a:extLst>
          </p:cNvPr>
          <p:cNvSpPr txBox="1"/>
          <p:nvPr/>
        </p:nvSpPr>
        <p:spPr>
          <a:xfrm>
            <a:off x="7939815" y="1719448"/>
            <a:ext cx="28353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b="1" dirty="0">
                <a:highlight>
                  <a:srgbClr val="C0C0C0"/>
                </a:highlight>
              </a:rPr>
              <a:t>Pagina web responsive con</a:t>
            </a:r>
          </a:p>
          <a:p>
            <a:r>
              <a:rPr lang="es-PE" sz="2400" b="1" dirty="0">
                <a:highlight>
                  <a:srgbClr val="C0C0C0"/>
                </a:highlight>
              </a:rPr>
              <a:t> menú hamburguesa para los</a:t>
            </a:r>
          </a:p>
          <a:p>
            <a:r>
              <a:rPr lang="es-PE" sz="2400" b="1" dirty="0">
                <a:highlight>
                  <a:srgbClr val="C0C0C0"/>
                </a:highlight>
              </a:rPr>
              <a:t> tamaños de </a:t>
            </a:r>
          </a:p>
          <a:p>
            <a:r>
              <a:rPr lang="es-PE" sz="2400" b="1" dirty="0">
                <a:highlight>
                  <a:srgbClr val="C0C0C0"/>
                </a:highlight>
              </a:rPr>
              <a:t>pantalla de Tablet y celular</a:t>
            </a:r>
            <a:endParaRPr lang="es-ES" sz="2400" b="1" dirty="0">
              <a:highlight>
                <a:srgbClr val="C0C0C0"/>
              </a:highlight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0CA4798C-EE87-F37F-488A-40DB299FD56F}"/>
              </a:ext>
            </a:extLst>
          </p:cNvPr>
          <p:cNvSpPr/>
          <p:nvPr/>
        </p:nvSpPr>
        <p:spPr>
          <a:xfrm>
            <a:off x="6701051" y="1201175"/>
            <a:ext cx="668740" cy="6276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90841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FEC194B7-FFA4-58CB-5C0C-4CFE71B14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543" y="0"/>
            <a:ext cx="78849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369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95648181-04F8-1ADC-4854-97D14F71C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942" y="643467"/>
            <a:ext cx="9904116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30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49D1E38B-00F8-22DC-2FDD-A158C31D4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942" y="643467"/>
            <a:ext cx="9904116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7133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1D07BEAA-E3C4-0D3D-40A8-9D4E391359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942" y="643467"/>
            <a:ext cx="9904116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3676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E2DAF8BC-A916-48C0-4772-5E7A9548F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942" y="643467"/>
            <a:ext cx="9904116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2966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167</Words>
  <Application>Microsoft Office PowerPoint</Application>
  <PresentationFormat>Panorámica</PresentationFormat>
  <Paragraphs>28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de Office</vt:lpstr>
      <vt:lpstr>Presentación de PowerPoint</vt:lpstr>
      <vt:lpstr>INFORME DE INCIDENCIAS (Opcional):  En la siguiente caja de texto informe sobre cualquier incidencia ocurrida en el desarrollo de la actividad ATF.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Número de grupo: 1</dc:title>
  <dc:creator>ERNESTO RODAS LEON</dc:creator>
  <cp:lastModifiedBy>Piero Lazo</cp:lastModifiedBy>
  <cp:revision>21</cp:revision>
  <dcterms:created xsi:type="dcterms:W3CDTF">2022-09-09T21:19:54Z</dcterms:created>
  <dcterms:modified xsi:type="dcterms:W3CDTF">2025-12-02T03:52:59Z</dcterms:modified>
</cp:coreProperties>
</file>